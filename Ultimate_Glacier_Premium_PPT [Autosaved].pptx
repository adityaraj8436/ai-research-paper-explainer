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42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945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3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8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07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535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94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5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569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28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9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77355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4734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60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5031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760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500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513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2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302"/>
            <a:ext cx="7772400" cy="1470025"/>
          </a:xfrm>
        </p:spPr>
        <p:txBody>
          <a:bodyPr/>
          <a:lstStyle/>
          <a:p>
            <a:r>
              <a:rPr dirty="0"/>
              <a:t>Greenland Glacier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73709"/>
            <a:ext cx="6400800" cy="1752600"/>
          </a:xfrm>
        </p:spPr>
        <p:txBody>
          <a:bodyPr>
            <a:noAutofit/>
          </a:bodyPr>
          <a:lstStyle/>
          <a:p>
            <a:r>
              <a:rPr sz="1400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AI-Based Glacier Mass Prediction using LSTM</a:t>
            </a:r>
            <a:endParaRPr lang="en-IN" sz="140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  <a:p>
            <a:r>
              <a:rPr sz="1400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Aditya Raj Tiwari</a:t>
            </a:r>
          </a:p>
          <a:p>
            <a:r>
              <a:rPr sz="1400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23SCSE1180606</a:t>
            </a:r>
          </a:p>
          <a:p>
            <a:r>
              <a:rPr sz="1200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Section 3</a:t>
            </a:r>
          </a:p>
          <a:p>
            <a:endParaRPr sz="1400" dirty="0">
              <a:solidFill>
                <a:schemeClr val="tx1"/>
              </a:solidFill>
              <a:latin typeface="Copperplate Gothic Bold" panose="020E0705020206020404" pitchFamily="34" charset="0"/>
            </a:endParaRPr>
          </a:p>
          <a:p>
            <a:r>
              <a:rPr sz="1400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Subject: Adversarial Machine Learning</a:t>
            </a:r>
          </a:p>
          <a:p>
            <a:r>
              <a:rPr sz="1400" dirty="0">
                <a:solidFill>
                  <a:schemeClr val="tx1"/>
                </a:solidFill>
                <a:latin typeface="Copperplate Gothic Bold" panose="020E0705020206020404" pitchFamily="34" charset="0"/>
              </a:rPr>
              <a:t>Guide: Salman Khursheed Ahmad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Introduction</a:t>
            </a:r>
          </a:p>
          <a:p>
            <a:r>
              <a:t>Problem Statement</a:t>
            </a:r>
          </a:p>
          <a:p>
            <a:r>
              <a:t>Objectives</a:t>
            </a:r>
          </a:p>
          <a:p>
            <a:r>
              <a:t>Dataset &amp; Methodology</a:t>
            </a:r>
          </a:p>
          <a:p>
            <a:r>
              <a:t>Model (LSTM)</a:t>
            </a:r>
          </a:p>
          <a:p>
            <a:r>
              <a:t>Results &amp; Demo</a:t>
            </a:r>
          </a:p>
          <a:p>
            <a:r>
              <a:t>Future Scope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Glaciers are critical freshwater reserves</a:t>
            </a:r>
          </a:p>
          <a:p>
            <a:r>
              <a:t>Rapid melting due to global warming</a:t>
            </a:r>
          </a:p>
          <a:p>
            <a:r>
              <a:t>Greenland impacts global sea levels</a:t>
            </a:r>
          </a:p>
          <a:p>
            <a:r>
              <a:t>Need AI-based monitoring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glacier analysis is slow</a:t>
            </a:r>
          </a:p>
          <a:p>
            <a:r>
              <a:t>Difficult to predict future trends</a:t>
            </a:r>
          </a:p>
          <a:p>
            <a:r>
              <a:t>Large-scale data handling required</a:t>
            </a:r>
          </a:p>
          <a:p>
            <a:r>
              <a:t>Need automated prediction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historical glacier data</a:t>
            </a:r>
          </a:p>
          <a:p>
            <a:r>
              <a:t>Build LSTM time-series model</a:t>
            </a:r>
          </a:p>
          <a:p>
            <a:r>
              <a:t>Predict next 12 months mass</a:t>
            </a:r>
          </a:p>
          <a:p>
            <a:r>
              <a:t>Develop interactive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time-series dataset</a:t>
            </a:r>
          </a:p>
          <a:p>
            <a:r>
              <a:t>Features: Year, Mass, Uncertainty</a:t>
            </a:r>
          </a:p>
          <a:p>
            <a:r>
              <a:t>Unit: Gigatonnes (Gt)</a:t>
            </a:r>
          </a:p>
          <a:p>
            <a:r>
              <a:t>Challenges: noise &amp; missing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preprocessing &amp; normalization</a:t>
            </a:r>
          </a:p>
          <a:p>
            <a:r>
              <a:t>Sequence creation (look_back window)</a:t>
            </a:r>
          </a:p>
          <a:p>
            <a:r>
              <a:t>Train LSTM model</a:t>
            </a:r>
          </a:p>
          <a:p>
            <a:r>
              <a:t>Generate future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LSTM?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Handles sequential data</a:t>
            </a:r>
          </a:p>
          <a:p>
            <a:r>
              <a:t>Captures long-term dependencies</a:t>
            </a:r>
          </a:p>
          <a:p>
            <a:r>
              <a:t>Solves vanishing gradient problem</a:t>
            </a:r>
          </a:p>
          <a:p>
            <a:r>
              <a:t>Best for time-series forecasting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past 12 months</a:t>
            </a:r>
          </a:p>
          <a:p>
            <a:r>
              <a:t>2 LSTM layers (50 units)</a:t>
            </a:r>
          </a:p>
          <a:p>
            <a:r>
              <a:t>Dense output layer</a:t>
            </a:r>
          </a:p>
          <a:p>
            <a:r>
              <a:t>Optimizer: Adam, Loss: MSE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captured historical trends</a:t>
            </a:r>
          </a:p>
          <a:p>
            <a:r>
              <a:t>Predicted future glacier decline</a:t>
            </a:r>
          </a:p>
          <a:p>
            <a:r>
              <a:t>Stabilization observed</a:t>
            </a:r>
          </a:p>
          <a:p>
            <a:r>
              <a:t>Visualized using graphs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upload interface</a:t>
            </a:r>
          </a:p>
          <a:p>
            <a:r>
              <a:t>Prediction graph output</a:t>
            </a:r>
          </a:p>
          <a:p>
            <a:r>
              <a:t>Future values table</a:t>
            </a:r>
          </a:p>
          <a:p>
            <a:r>
              <a:t>Streamlit-based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User-friendly interface</a:t>
            </a:r>
          </a:p>
          <a:p>
            <a:r>
              <a:t>Real-time predictions</a:t>
            </a:r>
          </a:p>
          <a:p>
            <a:r>
              <a:t>Scalable architecture</a:t>
            </a:r>
          </a:p>
          <a:p>
            <a:r>
              <a:t>Easy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climate variables used</a:t>
            </a:r>
          </a:p>
          <a:p>
            <a:r>
              <a:t>Limited dataset</a:t>
            </a:r>
          </a:p>
          <a:p>
            <a:r>
              <a:t>Accuracy constraints</a:t>
            </a:r>
          </a:p>
          <a:p>
            <a:r>
              <a:t>No real-time satellite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temperature &amp; CO2 data</a:t>
            </a:r>
          </a:p>
          <a:p>
            <a:r>
              <a:t>Use GRU/BiLSTM models</a:t>
            </a:r>
          </a:p>
          <a:p>
            <a:r>
              <a:t>Cloud deployment</a:t>
            </a:r>
          </a:p>
          <a:p>
            <a:r>
              <a:t>Real-time API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improves environmental monitoring</a:t>
            </a:r>
          </a:p>
          <a:p>
            <a:r>
              <a:t>LSTM effective for forecasting</a:t>
            </a:r>
          </a:p>
          <a:p>
            <a:r>
              <a:t>Provides future insights</a:t>
            </a:r>
          </a:p>
          <a:p>
            <a:r>
              <a:t>Scalable for real-world use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</TotalTime>
  <Words>268</Words>
  <Application>Microsoft Office PowerPoint</Application>
  <PresentationFormat>On-screen Show (4:3)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Copperplate Gothic Bold</vt:lpstr>
      <vt:lpstr>Garamond</vt:lpstr>
      <vt:lpstr>Organic</vt:lpstr>
      <vt:lpstr>Greenland Glacier Monitoring System</vt:lpstr>
      <vt:lpstr>Agenda</vt:lpstr>
      <vt:lpstr>Introduction</vt:lpstr>
      <vt:lpstr>Problem Statement</vt:lpstr>
      <vt:lpstr>Objectives</vt:lpstr>
      <vt:lpstr>Dataset Overview</vt:lpstr>
      <vt:lpstr>Methodology</vt:lpstr>
      <vt:lpstr>Why LSTM?</vt:lpstr>
      <vt:lpstr>Model Architecture</vt:lpstr>
      <vt:lpstr>Results</vt:lpstr>
      <vt:lpstr>Demo</vt:lpstr>
      <vt:lpstr>Advantages</vt:lpstr>
      <vt:lpstr>Limitations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Aditya raj tiwari</cp:lastModifiedBy>
  <cp:revision>2</cp:revision>
  <dcterms:created xsi:type="dcterms:W3CDTF">2013-01-27T09:14:16Z</dcterms:created>
  <dcterms:modified xsi:type="dcterms:W3CDTF">2026-03-30T03:24:52Z</dcterms:modified>
  <cp:category/>
</cp:coreProperties>
</file>